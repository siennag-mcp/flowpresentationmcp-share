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1251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</c:v>
                </c:pt>
                <c:pt idx="1">
                  <c:v>20.0</c:v>
                </c:pt>
                <c:pt idx="2">
                  <c:v>30.0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A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3E4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3575A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4.png"/><Relationship Id="rId21" Type="http://schemas.openxmlformats.org/officeDocument/2006/relationships/image" Target="../media/image29.png"/><Relationship Id="rId22" Type="http://schemas.openxmlformats.org/officeDocument/2006/relationships/image" Target="../media/image30.png"/><Relationship Id="rId23" Type="http://schemas.openxmlformats.org/officeDocument/2006/relationships/image" Target="../media/image31.png"/><Relationship Id="rId24" Type="http://schemas.openxmlformats.org/officeDocument/2006/relationships/image" Target="../media/image32.png"/><Relationship Id="rId25" Type="http://schemas.openxmlformats.org/officeDocument/2006/relationships/image" Target="../media/image33.png"/><Relationship Id="rId26" Type="http://schemas.openxmlformats.org/officeDocument/2006/relationships/image" Target="../media/image34.png"/><Relationship Id="rId27" Type="http://schemas.openxmlformats.org/officeDocument/2006/relationships/image" Target="../media/image35.png"/><Relationship Id="rId28" Type="http://schemas.openxmlformats.org/officeDocument/2006/relationships/image" Target="../media/image12.png"/><Relationship Id="rId29" Type="http://schemas.openxmlformats.org/officeDocument/2006/relationships/image" Target="../media/image36.png"/><Relationship Id="rId30" Type="http://schemas.openxmlformats.org/officeDocument/2006/relationships/image" Target="../media/image37.png"/><Relationship Id="rId31" Type="http://schemas.openxmlformats.org/officeDocument/2006/relationships/image" Target="../media/image38.png"/><Relationship Id="rId32" Type="http://schemas.openxmlformats.org/officeDocument/2006/relationships/image" Target="../media/image6.png"/><Relationship Id="rId33" Type="http://schemas.openxmlformats.org/officeDocument/2006/relationships/image" Target="../media/image39.png"/><Relationship Id="rId34" Type="http://schemas.openxmlformats.org/officeDocument/2006/relationships/image" Target="../media/image40.png"/><Relationship Id="rId35" Type="http://schemas.openxmlformats.org/officeDocument/2006/relationships/image" Target="../media/image41.png"/><Relationship Id="rId36" Type="http://schemas.openxmlformats.org/officeDocument/2006/relationships/image" Target="../media/image8.png"/><Relationship Id="rId37" Type="http://schemas.openxmlformats.org/officeDocument/2006/relationships/image" Target="../media/image42.png"/><Relationship Id="rId38" Type="http://schemas.openxmlformats.org/officeDocument/2006/relationships/image" Target="../media/image43.png"/><Relationship Id="rId39" Type="http://schemas.openxmlformats.org/officeDocument/2006/relationships/image" Target="../media/image44.png"/><Relationship Id="rId40" Type="http://schemas.openxmlformats.org/officeDocument/2006/relationships/image" Target="../media/image11.png"/><Relationship Id="rId41" Type="http://schemas.openxmlformats.org/officeDocument/2006/relationships/image" Target="../media/image45.png"/><Relationship Id="rId42" Type="http://schemas.openxmlformats.org/officeDocument/2006/relationships/image" Target="../media/image46.png"/><Relationship Id="rId43" Type="http://schemas.openxmlformats.org/officeDocument/2006/relationships/image" Target="../media/image47.png"/><Relationship Id="rId44" Type="http://schemas.openxmlformats.org/officeDocument/2006/relationships/image" Target="../media/image7.png"/><Relationship Id="rId45" Type="http://schemas.openxmlformats.org/officeDocument/2006/relationships/image" Target="../media/image48.png"/><Relationship Id="rId46" Type="http://schemas.openxmlformats.org/officeDocument/2006/relationships/image" Target="../media/image49.png"/><Relationship Id="rId47" Type="http://schemas.openxmlformats.org/officeDocument/2006/relationships/image" Target="../media/image50.png"/><Relationship Id="rId48" Type="http://schemas.openxmlformats.org/officeDocument/2006/relationships/image" Target="../media/image51.png"/><Relationship Id="rId49" Type="http://schemas.openxmlformats.org/officeDocument/2006/relationships/image" Target="../media/image52.png"/><Relationship Id="rId50" Type="http://schemas.openxmlformats.org/officeDocument/2006/relationships/image" Target="../media/image9.png"/><Relationship Id="rId51" Type="http://schemas.openxmlformats.org/officeDocument/2006/relationships/image" Target="../media/image5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lership-cover.jpg"/>
          <p:cNvPicPr>
            <a:picLocks noChangeAspect="1"/>
          </p:cNvPicPr>
          <p:nvPr/>
        </p:nvPicPr>
        <p:blipFill>
          <a:blip r:embed="rId2"/>
          <a:srcRect l="42493" r="42493"/>
          <a:stretch>
            <a:fillRect/>
          </a:stretch>
        </p:blipFill>
        <p:spPr>
          <a:xfrm>
            <a:off x="6613855" y="0"/>
            <a:ext cx="55778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67551" y="0"/>
            <a:ext cx="146304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evron-grayscale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1476645" y="4846320"/>
            <a:ext cx="1538010" cy="2560320"/>
          </a:xfrm>
          <a:prstGeom prst="rect">
            <a:avLst/>
          </a:prstGeom>
        </p:spPr>
      </p:pic>
      <p:pic>
        <p:nvPicPr>
          <p:cNvPr id="6" name="Picture 5" descr="peach-stat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731520"/>
            <a:ext cx="2194560" cy="4614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68880"/>
            <a:ext cx="55165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E1251B"/>
                </a:solidFill>
                <a:latin typeface="Helvetica Neue"/>
              </a:rPr>
              <a:t>PEACH STATE TRUCK CENTERS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44368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90672"/>
            <a:ext cx="551657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000" b="1">
                <a:solidFill>
                  <a:srgbClr val="1A1D1F"/>
                </a:solidFill>
                <a:latin typeface="Helvetica Neue"/>
              </a:rPr>
              <a:t>Click to add your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937760"/>
            <a:ext cx="55165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0">
                <a:solidFill>
                  <a:srgbClr val="53575A"/>
                </a:solidFill>
                <a:latin typeface="Helvetica Neue"/>
              </a:rPr>
              <a:t>Click to add a subtitle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268207" y="2834640"/>
            <a:ext cx="274644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103120"/>
            <a:ext cx="9966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Helvetica Neue"/>
              </a:rPr>
              <a:t>Build a sharp, on-brand deck in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9377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Helvetica Neue"/>
              </a:rPr>
              <a:t>Pick a slide, type over the placeholders, present.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lership-cover.jpg"/>
          <p:cNvPicPr>
            <a:picLocks noChangeAspect="1"/>
          </p:cNvPicPr>
          <p:nvPr/>
        </p:nvPicPr>
        <p:blipFill>
          <a:blip r:embed="rId2"/>
          <a:srcRect l="33591" r="3359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0" y="0"/>
            <a:ext cx="237744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0"/>
            <a:ext cx="2194560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4297680"/>
            <a:ext cx="201168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Helvetica Neue"/>
              </a:rPr>
              <a:t>Start with a strong 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48640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E7E6E6"/>
                </a:solidFill>
                <a:latin typeface="Helvetica Neue"/>
              </a:rPr>
              <a:t>Then make it yours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10048492" y="-548640"/>
            <a:ext cx="2966163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46304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000" b="1">
                <a:solidFill>
                  <a:srgbClr val="EC8B85"/>
                </a:solidFill>
                <a:latin typeface="Helvetica Neue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697480"/>
            <a:ext cx="2194560" cy="6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Blank scaffolds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2062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F4D6D4"/>
                </a:solidFill>
                <a:latin typeface="Helvetica Neue"/>
              </a:rPr>
              <a:t>Drop-in text boxes — 1, 2, 3, 4, or 6 up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11037213" y="4114800"/>
            <a:ext cx="1977442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One big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10545775" cy="361188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9997135" cy="3209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and type your content here. Use this single open box for a paragraph, a diagram, or a pasted image.</a:t>
            </a:r>
          </a:p>
        </p:txBody>
      </p:sp>
      <p:pic>
        <p:nvPicPr>
          <p:cNvPr id="9" name="Picture 8" descr="peach-stat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89320"/>
            <a:ext cx="1554480" cy="326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11037213" y="4114800"/>
            <a:ext cx="1977442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Two text boxes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5112867" cy="361188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4564227" cy="3209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2194560"/>
            <a:ext cx="5112867" cy="361188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0187" y="2395728"/>
            <a:ext cx="4564227" cy="3209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pic>
        <p:nvPicPr>
          <p:cNvPr id="11" name="Picture 10" descr="peach-stat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89320"/>
            <a:ext cx="1554480" cy="326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11037213" y="4114800"/>
            <a:ext cx="1977442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Three across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3301898" cy="361188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2753258" cy="3209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4898" y="2194560"/>
            <a:ext cx="3301898" cy="361188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9218" y="2395728"/>
            <a:ext cx="2753258" cy="3209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2194560"/>
            <a:ext cx="3301898" cy="361188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395728"/>
            <a:ext cx="2753258" cy="3209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pic>
        <p:nvPicPr>
          <p:cNvPr id="13" name="Picture 12" descr="peach-stat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89320"/>
            <a:ext cx="1554480" cy="326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11037213" y="4114800"/>
            <a:ext cx="1977442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Four boxes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5112867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4564227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2194560"/>
            <a:ext cx="5112867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0187" y="2395728"/>
            <a:ext cx="4564227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5112867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61688"/>
            <a:ext cx="4564227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4160520"/>
            <a:ext cx="5112867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187" y="4361688"/>
            <a:ext cx="4564227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pic>
        <p:nvPicPr>
          <p:cNvPr id="15" name="Picture 14" descr="peach-stat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89320"/>
            <a:ext cx="1554480" cy="326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11037213" y="4114800"/>
            <a:ext cx="1977442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Six boxes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3301898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275325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4898" y="2194560"/>
            <a:ext cx="3301898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9218" y="2395728"/>
            <a:ext cx="275325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2194560"/>
            <a:ext cx="3301898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395728"/>
            <a:ext cx="275325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3301898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61688"/>
            <a:ext cx="275325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4898" y="4160520"/>
            <a:ext cx="3301898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9218" y="4361688"/>
            <a:ext cx="275325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4160520"/>
            <a:ext cx="3301898" cy="1645920"/>
          </a:xfrm>
          <a:prstGeom prst="roundRect">
            <a:avLst>
              <a:gd name="adj" fmla="val 3000"/>
            </a:avLst>
          </a:prstGeom>
          <a:solidFill>
            <a:srgbClr val="F4F5F6">
              <a:alpha val="45000"/>
            </a:srgbClr>
          </a:solidFill>
          <a:ln w="15875">
            <a:solidFill>
              <a:srgbClr val="535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4361688"/>
            <a:ext cx="275325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3575A"/>
                </a:solidFill>
                <a:latin typeface="Helvetica Neue"/>
              </a:rPr>
              <a:t>Click to add text</a:t>
            </a:r>
          </a:p>
        </p:txBody>
      </p:sp>
      <p:pic>
        <p:nvPicPr>
          <p:cNvPr id="19" name="Picture 18" descr="peach-stat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89320"/>
            <a:ext cx="1554480" cy="326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11037213" y="4114800"/>
            <a:ext cx="1977442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Wide-open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554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53575A"/>
                </a:solidFill>
                <a:latin typeface="Helvetica Neue"/>
              </a:rPr>
              <a:t>No boxes — build anything you like.</a:t>
            </a:r>
          </a:p>
        </p:txBody>
      </p:sp>
      <p:pic>
        <p:nvPicPr>
          <p:cNvPr id="8" name="Picture 7" descr="peach-stat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89320"/>
            <a:ext cx="1554480" cy="326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10487923" y="3200400"/>
            <a:ext cx="2526732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46304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000" b="1">
                <a:solidFill>
                  <a:srgbClr val="F4F5F6"/>
                </a:solidFill>
                <a:latin typeface="Helvetica Neue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697480"/>
            <a:ext cx="219456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1A1D1F"/>
                </a:solidFill>
                <a:latin typeface="Helvetica Neue"/>
              </a:rPr>
              <a:t>Content layouts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2062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53575A"/>
                </a:solidFill>
                <a:latin typeface="Helvetica Neue"/>
              </a:rPr>
              <a:t>Headers, bullets, and columns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Click to add a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0424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1A1D1F"/>
                </a:solidFill>
                <a:latin typeface="Helvetica Neue"/>
              </a:rPr>
              <a:t>Click and type your paragraph here.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1A1D1F"/>
                </a:solidFill>
                <a:latin typeface="Helvetica Neue"/>
              </a:rPr>
              <a:t>Add as many paragraphs as you need — or delete this slide and start fresh.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424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1A1D1F"/>
                </a:solidFill>
                <a:latin typeface="Helvetica Neue"/>
              </a:rPr>
              <a:t>Click to add a single, clean statement or paragraph centered on the slide.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Click to add a header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04288"/>
            <a:ext cx="164592" cy="164592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1A1D1F"/>
                </a:solidFill>
                <a:latin typeface="Helvetica Neue"/>
              </a:rPr>
              <a:t>Click to add your first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081528"/>
            <a:ext cx="164592" cy="164592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9718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1A1D1F"/>
                </a:solidFill>
                <a:latin typeface="Helvetica Neue"/>
              </a:rPr>
              <a:t>Click to add your second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858768"/>
            <a:ext cx="164592" cy="164592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4904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1A1D1F"/>
                </a:solidFill>
                <a:latin typeface="Helvetica Neue"/>
              </a:rPr>
              <a:t>Click to add your third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36008"/>
            <a:ext cx="164592" cy="164592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5262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1A1D1F"/>
                </a:solidFill>
                <a:latin typeface="Helvetica Neue"/>
              </a:rPr>
              <a:t>Add or remove lines as needed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Two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090007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9748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3794760"/>
            <a:ext cx="44499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Heading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89120"/>
            <a:ext cx="444992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supporting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377440"/>
            <a:ext cx="5090007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7" y="26974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98767" y="3794760"/>
            <a:ext cx="44499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Heading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4389120"/>
            <a:ext cx="444992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supporting text.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Three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271418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9748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3794760"/>
            <a:ext cx="26313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Heading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89120"/>
            <a:ext cx="263133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2377440"/>
            <a:ext cx="3271418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178" y="26974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80178" y="3794760"/>
            <a:ext cx="26313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Heading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0178" y="4389120"/>
            <a:ext cx="263133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2377440"/>
            <a:ext cx="3271418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356" y="2697480"/>
            <a:ext cx="1005840" cy="1005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7356" y="3794760"/>
            <a:ext cx="263133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Heading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356" y="4389120"/>
            <a:ext cx="263133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text.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Three columns, no headings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271418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r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9748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3794760"/>
            <a:ext cx="2631338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0138" y="2377440"/>
            <a:ext cx="3271418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178" y="2697480"/>
            <a:ext cx="100584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80178" y="3794760"/>
            <a:ext cx="2631338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2377440"/>
            <a:ext cx="3271418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356" y="2697480"/>
            <a:ext cx="100584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7356" y="3794760"/>
            <a:ext cx="2631338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text.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Four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362123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9748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3794760"/>
            <a:ext cx="17220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Heading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89120"/>
            <a:ext cx="1722043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Add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0843" y="2377440"/>
            <a:ext cx="2362123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883" y="26974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70883" y="3794760"/>
            <a:ext cx="17220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Heading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0883" y="4389120"/>
            <a:ext cx="1722043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Add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377440"/>
            <a:ext cx="2362123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7" y="2697480"/>
            <a:ext cx="1005840" cy="1005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98767" y="3794760"/>
            <a:ext cx="17220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Heading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4389120"/>
            <a:ext cx="1722043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Add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611" y="2377440"/>
            <a:ext cx="2362123" cy="393192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651" y="2697480"/>
            <a:ext cx="1005840" cy="1005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26651" y="3794760"/>
            <a:ext cx="17220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Heading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651" y="4389120"/>
            <a:ext cx="1722043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Add text.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Steps /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34640"/>
            <a:ext cx="10180015" cy="254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3301898" cy="265176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0445" y="2350008"/>
            <a:ext cx="566928" cy="566928"/>
          </a:xfrm>
          <a:prstGeom prst="ellipse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37560"/>
            <a:ext cx="26618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Step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04488"/>
            <a:ext cx="266181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detail.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4898" y="2651760"/>
            <a:ext cx="3301898" cy="265176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12383" y="2350008"/>
            <a:ext cx="566928" cy="566928"/>
          </a:xfrm>
          <a:prstGeom prst="ellipse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938" y="3337560"/>
            <a:ext cx="26618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Step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938" y="3904488"/>
            <a:ext cx="266181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2651760"/>
            <a:ext cx="3301898" cy="265176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34321" y="2350008"/>
            <a:ext cx="566928" cy="566928"/>
          </a:xfrm>
          <a:prstGeom prst="ellipse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337560"/>
            <a:ext cx="26618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D1F"/>
                </a:solidFill>
                <a:latin typeface="Helvetica Neue"/>
              </a:rPr>
              <a:t>Step three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6876" y="3904488"/>
            <a:ext cx="266181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3575A"/>
                </a:solidFill>
                <a:latin typeface="Helvetica Neue"/>
              </a:rPr>
              <a:t>Click to add detail.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grayscale.png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10048492" y="-548640"/>
            <a:ext cx="2966163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46304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000" b="1">
                <a:solidFill>
                  <a:srgbClr val="EC8B85"/>
                </a:solidFill>
                <a:latin typeface="Helvetica Neue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697480"/>
            <a:ext cx="2194560" cy="6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Data &amp; visuals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2062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F4D6D4"/>
                </a:solidFill>
                <a:latin typeface="Helvetica Neue"/>
              </a:rPr>
              <a:t>Numbers, charts, schedules, and photos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Key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271418" cy="274320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8992" y="2761488"/>
            <a:ext cx="91440" cy="2157984"/>
          </a:xfrm>
          <a:prstGeom prst="roundRect">
            <a:avLst>
              <a:gd name="adj" fmla="val 50000"/>
            </a:avLst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83464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80" y="3611880"/>
            <a:ext cx="249417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E1251B"/>
                </a:solidFill>
                <a:latin typeface="Helvetica Neue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407408"/>
            <a:ext cx="249417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A1D1F"/>
                </a:solidFill>
                <a:latin typeface="Helvetica Neue"/>
              </a:rPr>
              <a:t>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773168"/>
            <a:ext cx="24941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3575A"/>
                </a:solidFill>
                <a:latin typeface="Helvetica Neue"/>
              </a:rPr>
              <a:t>caption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0138" y="2468880"/>
            <a:ext cx="3271418" cy="274320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16170" y="2761488"/>
            <a:ext cx="91440" cy="2157984"/>
          </a:xfrm>
          <a:prstGeom prst="roundRect">
            <a:avLst>
              <a:gd name="adj" fmla="val 50000"/>
            </a:avLst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058" y="2834640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63058" y="3611880"/>
            <a:ext cx="249417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E1251B"/>
                </a:solidFill>
                <a:latin typeface="Helvetica Neue"/>
              </a:rPr>
              <a:t>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3058" y="4407408"/>
            <a:ext cx="249417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A1D1F"/>
                </a:solidFill>
                <a:latin typeface="Helvetica Neue"/>
              </a:rPr>
              <a:t>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3058" y="4773168"/>
            <a:ext cx="24941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3575A"/>
                </a:solidFill>
                <a:latin typeface="Helvetica Neue"/>
              </a:rPr>
              <a:t>caption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2468880"/>
            <a:ext cx="3271418" cy="2743200"/>
          </a:xfrm>
          <a:prstGeom prst="roundRect">
            <a:avLst>
              <a:gd name="adj" fmla="val 4500"/>
            </a:avLst>
          </a:prstGeom>
          <a:solidFill>
            <a:srgbClr val="F4F5F6"/>
          </a:solidFill>
          <a:ln>
            <a:noFill/>
          </a:ln>
          <a:effectLst>
            <a:outerShdw blurRad="90000" dist="38100" dir="5400000" rotWithShape="0">
              <a:srgbClr val="1A1D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53348" y="2761488"/>
            <a:ext cx="91440" cy="2157984"/>
          </a:xfrm>
          <a:prstGeom prst="roundRect">
            <a:avLst>
              <a:gd name="adj" fmla="val 50000"/>
            </a:avLst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236" y="2834640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00236" y="3611880"/>
            <a:ext cx="249417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E1251B"/>
                </a:solidFill>
                <a:latin typeface="Helvetica Neue"/>
              </a:rPr>
              <a:t>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0236" y="4407408"/>
            <a:ext cx="249417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A1D1F"/>
                </a:solidFill>
                <a:latin typeface="Helvetica Neue"/>
              </a:rPr>
              <a:t>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0236" y="4773168"/>
            <a:ext cx="24941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3575A"/>
                </a:solidFill>
                <a:latin typeface="Helvetica Neue"/>
              </a:rPr>
              <a:t>caption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Click to add a chart title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03120"/>
          <a:ext cx="10515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Schedule /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4647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53575A"/>
                </a:solidFill>
                <a:latin typeface="Helvetica Neue"/>
              </a:rPr>
              <a:t>SUN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4546" y="2057400"/>
            <a:ext cx="14647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53575A"/>
                </a:solidFill>
                <a:latin typeface="Helvetica Neue"/>
              </a:rPr>
              <a:t>MON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9012" y="2057400"/>
            <a:ext cx="14647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53575A"/>
                </a:solidFill>
                <a:latin typeface="Helvetica Neue"/>
              </a:rPr>
              <a:t>TUE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3478" y="2057400"/>
            <a:ext cx="14647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53575A"/>
                </a:solidFill>
                <a:latin typeface="Helvetica Neue"/>
              </a:rPr>
              <a:t>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7944" y="2057400"/>
            <a:ext cx="14647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53575A"/>
                </a:solidFill>
                <a:latin typeface="Helvetica Neue"/>
              </a:rPr>
              <a:t>THU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2410" y="2057400"/>
            <a:ext cx="14647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53575A"/>
                </a:solidFill>
                <a:latin typeface="Helvetica Neue"/>
              </a:rPr>
              <a:t>FRI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6876" y="2057400"/>
            <a:ext cx="14647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53575A"/>
                </a:solidFill>
                <a:latin typeface="Helvetica Neue"/>
              </a:rPr>
              <a:t>SAT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14546" y="2441448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4274" y="2496312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89012" y="2441448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98740" y="2496312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3478" y="2441448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3206" y="2496312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7944" y="2441448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7672" y="2496312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2410" y="2441448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2138" y="2496312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86876" y="2441448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6604" y="2496312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61334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416198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14546" y="3361334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4274" y="3416198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89012" y="3361334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98740" y="3416198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63478" y="3361334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3206" y="3416198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3206" y="3745382"/>
            <a:ext cx="1245282" cy="3529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Helvetica Neue"/>
              </a:rPr>
              <a:t>Add event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7944" y="3361334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7672" y="3416198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11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12410" y="3361334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22138" y="3416198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12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86876" y="3361334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6604" y="3416198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13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281220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336084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14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14546" y="4281220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24274" y="4336084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89012" y="4281220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98740" y="4336084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16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63478" y="4281220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73206" y="4336084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17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37944" y="4281220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7672" y="4336084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72" y="4665268"/>
            <a:ext cx="1245282" cy="3529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Helvetica Neue"/>
              </a:rPr>
              <a:t>Add event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12410" y="4281220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22138" y="4336084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19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86876" y="4281220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96604" y="4336084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201107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5255971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14546" y="5201107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24274" y="5255971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89012" y="5201107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98740" y="5255971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63478" y="5201107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73206" y="5255971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37944" y="5201107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47672" y="5255971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12410" y="5201107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22138" y="5255971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86876" y="5201107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96604" y="5255971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27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6120993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6175857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28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214546" y="6120993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24274" y="6175857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29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789012" y="6120993"/>
            <a:ext cx="1464738" cy="81015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98740" y="6175857"/>
            <a:ext cx="124528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D1F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lership-cover.jpg"/>
          <p:cNvPicPr>
            <a:picLocks noChangeAspect="1"/>
          </p:cNvPicPr>
          <p:nvPr/>
        </p:nvPicPr>
        <p:blipFill>
          <a:blip r:embed="rId2"/>
          <a:srcRect l="41796" r="41796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8680" y="1371600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8144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A1D1F"/>
                </a:solidFill>
                <a:latin typeface="Helvetica Neue"/>
              </a:rPr>
              <a:t>Image +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61488"/>
            <a:ext cx="146304" cy="146304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49071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1A1D1F"/>
                </a:solidFill>
                <a:latin typeface="Helvetica Neue"/>
              </a:rPr>
              <a:t>Swap this 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447288"/>
            <a:ext cx="146304" cy="146304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49071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1A1D1F"/>
                </a:solidFill>
                <a:latin typeface="Helvetica Neue"/>
              </a:rPr>
              <a:t>Click to add a point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2120" y="452120"/>
            <a:ext cx="5191607" cy="5953760"/>
          </a:xfrm>
          <a:prstGeom prst="roundRect">
            <a:avLst>
              <a:gd name="adj" fmla="val 4000"/>
            </a:avLst>
          </a:prstGeom>
          <a:solidFill>
            <a:srgbClr val="E1251B"/>
          </a:solidFill>
          <a:ln>
            <a:noFill/>
          </a:ln>
          <a:effectLst>
            <a:outerShdw blurRad="90000" dist="38100" dir="5400000" rotWithShape="0">
              <a:srgbClr val="1A1D1F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alership-cover.jpg"/>
          <p:cNvPicPr>
            <a:picLocks noChangeAspect="1"/>
          </p:cNvPicPr>
          <p:nvPr/>
        </p:nvPicPr>
        <p:blipFill>
          <a:blip r:embed="rId2"/>
          <a:srcRect l="41972" r="41972"/>
          <a:stretch>
            <a:fillRect/>
          </a:stretch>
        </p:blipFill>
        <p:spPr>
          <a:xfrm>
            <a:off x="502920" y="502920"/>
            <a:ext cx="5090007" cy="5852160"/>
          </a:xfrm>
          <a:prstGeom prst="roundRect">
            <a:avLst>
              <a:gd name="adj" fmla="val 4500"/>
            </a:avLst>
          </a:prstGeom>
        </p:spPr>
      </p:pic>
      <p:sp>
        <p:nvSpPr>
          <p:cNvPr id="5" name="Rectangle 4"/>
          <p:cNvSpPr/>
          <p:nvPr/>
        </p:nvSpPr>
        <p:spPr>
          <a:xfrm>
            <a:off x="6690207" y="1371600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44487" y="1554480"/>
            <a:ext cx="518144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A1D1F"/>
                </a:solidFill>
                <a:latin typeface="Helvetica Neue"/>
              </a:rPr>
              <a:t>Framed image +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0207" y="2761488"/>
            <a:ext cx="146304" cy="146304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247" y="2651760"/>
            <a:ext cx="49071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1A1D1F"/>
                </a:solidFill>
                <a:latin typeface="Helvetica Neue"/>
              </a:rPr>
              <a:t>Swap this photo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690207" y="3447288"/>
            <a:ext cx="146304" cy="146304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0247" y="3337560"/>
            <a:ext cx="49071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1A1D1F"/>
                </a:solidFill>
                <a:latin typeface="Helvetica Neue"/>
              </a:rPr>
              <a:t>Click to add a point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713232"/>
            <a:ext cx="164592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D1F"/>
                </a:solidFill>
                <a:latin typeface="Helvetica Neue"/>
              </a:rPr>
              <a:t>Icon Library - Delete Before Presenting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53575A"/>
                </a:solidFill>
                <a:latin typeface="Helvetica Neue"/>
              </a:rPr>
              <a:t>Copy any red or gray icon onto your working slides, then delete this slide before presenting.</a:t>
            </a:r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" y="1874519"/>
            <a:ext cx="530352" cy="530352"/>
          </a:xfrm>
          <a:prstGeom prst="rect">
            <a:avLst/>
          </a:prstGeom>
        </p:spPr>
      </p:pic>
      <p:pic>
        <p:nvPicPr>
          <p:cNvPr id="7" name="Picture 6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089" y="1874519"/>
            <a:ext cx="530352" cy="530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44144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check</a:t>
            </a:r>
          </a:p>
        </p:txBody>
      </p:sp>
      <p:pic>
        <p:nvPicPr>
          <p:cNvPr id="9" name="Picture 8" descr="cl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036" y="1874519"/>
            <a:ext cx="530352" cy="530352"/>
          </a:xfrm>
          <a:prstGeom prst="rect">
            <a:avLst/>
          </a:prstGeom>
        </p:spPr>
      </p:pic>
      <p:pic>
        <p:nvPicPr>
          <p:cNvPr id="10" name="Picture 9" descr="cli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828" y="1874519"/>
            <a:ext cx="530352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58379" y="244144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click</a:t>
            </a:r>
          </a:p>
        </p:txBody>
      </p:sp>
      <p:pic>
        <p:nvPicPr>
          <p:cNvPr id="12" name="Picture 11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9775" y="1874519"/>
            <a:ext cx="530352" cy="530352"/>
          </a:xfrm>
          <a:prstGeom prst="rect">
            <a:avLst/>
          </a:prstGeom>
        </p:spPr>
      </p:pic>
      <p:pic>
        <p:nvPicPr>
          <p:cNvPr id="13" name="Picture 12" descr="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1567" y="1874519"/>
            <a:ext cx="530352" cy="5303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68118" y="244144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clock</a:t>
            </a:r>
          </a:p>
        </p:txBody>
      </p:sp>
      <p:pic>
        <p:nvPicPr>
          <p:cNvPr id="15" name="Picture 14" descr="cl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9514" y="1874519"/>
            <a:ext cx="530352" cy="530352"/>
          </a:xfrm>
          <a:prstGeom prst="rect">
            <a:avLst/>
          </a:prstGeom>
        </p:spPr>
      </p:pic>
      <p:pic>
        <p:nvPicPr>
          <p:cNvPr id="16" name="Picture 15" descr="clo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1306" y="1874519"/>
            <a:ext cx="530352" cy="5303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77857" y="244144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close</a:t>
            </a:r>
          </a:p>
        </p:txBody>
      </p:sp>
      <p:pic>
        <p:nvPicPr>
          <p:cNvPr id="18" name="Picture 17" descr="e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9253" y="1874519"/>
            <a:ext cx="530352" cy="530352"/>
          </a:xfrm>
          <a:prstGeom prst="rect">
            <a:avLst/>
          </a:prstGeom>
        </p:spPr>
      </p:pic>
      <p:pic>
        <p:nvPicPr>
          <p:cNvPr id="19" name="Picture 18" descr="emai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61045" y="1874519"/>
            <a:ext cx="530352" cy="5303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87596" y="244144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email</a:t>
            </a:r>
          </a:p>
        </p:txBody>
      </p:sp>
      <p:pic>
        <p:nvPicPr>
          <p:cNvPr id="21" name="Picture 20" descr="employe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0297" y="2743199"/>
            <a:ext cx="530352" cy="530352"/>
          </a:xfrm>
          <a:prstGeom prst="rect">
            <a:avLst/>
          </a:prstGeom>
        </p:spPr>
      </p:pic>
      <p:pic>
        <p:nvPicPr>
          <p:cNvPr id="22" name="Picture 21" descr="employe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2089" y="2743199"/>
            <a:ext cx="530352" cy="5303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331012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employee</a:t>
            </a:r>
          </a:p>
        </p:txBody>
      </p:sp>
      <p:pic>
        <p:nvPicPr>
          <p:cNvPr id="24" name="Picture 23" descr="flee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10036" y="2743199"/>
            <a:ext cx="530352" cy="530352"/>
          </a:xfrm>
          <a:prstGeom prst="rect">
            <a:avLst/>
          </a:prstGeom>
        </p:spPr>
      </p:pic>
      <p:pic>
        <p:nvPicPr>
          <p:cNvPr id="25" name="Picture 24" descr="flee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1828" y="2743199"/>
            <a:ext cx="530352" cy="5303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758379" y="331012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fleet</a:t>
            </a:r>
          </a:p>
        </p:txBody>
      </p:sp>
      <p:pic>
        <p:nvPicPr>
          <p:cNvPr id="27" name="Picture 26" descr="gea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19775" y="2743199"/>
            <a:ext cx="530352" cy="530352"/>
          </a:xfrm>
          <a:prstGeom prst="rect">
            <a:avLst/>
          </a:prstGeom>
        </p:spPr>
      </p:pic>
      <p:pic>
        <p:nvPicPr>
          <p:cNvPr id="28" name="Picture 27" descr="gea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41567" y="2743199"/>
            <a:ext cx="530352" cy="5303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968118" y="331012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gear</a:t>
            </a:r>
          </a:p>
        </p:txBody>
      </p:sp>
      <p:pic>
        <p:nvPicPr>
          <p:cNvPr id="30" name="Picture 29" descr="glob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29514" y="2743199"/>
            <a:ext cx="530352" cy="530352"/>
          </a:xfrm>
          <a:prstGeom prst="rect">
            <a:avLst/>
          </a:prstGeom>
        </p:spPr>
      </p:pic>
      <p:pic>
        <p:nvPicPr>
          <p:cNvPr id="31" name="Picture 30" descr="glob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51306" y="2743199"/>
            <a:ext cx="530352" cy="53035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77857" y="331012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globe</a:t>
            </a:r>
          </a:p>
        </p:txBody>
      </p:sp>
      <p:pic>
        <p:nvPicPr>
          <p:cNvPr id="33" name="Picture 32" descr="insigh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39253" y="2743199"/>
            <a:ext cx="530352" cy="530352"/>
          </a:xfrm>
          <a:prstGeom prst="rect">
            <a:avLst/>
          </a:prstGeom>
        </p:spPr>
      </p:pic>
      <p:pic>
        <p:nvPicPr>
          <p:cNvPr id="34" name="Picture 33" descr="insigh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61045" y="2743199"/>
            <a:ext cx="530352" cy="5303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387596" y="331012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insight</a:t>
            </a:r>
          </a:p>
        </p:txBody>
      </p:sp>
      <p:pic>
        <p:nvPicPr>
          <p:cNvPr id="36" name="Picture 35" descr="key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0297" y="3611879"/>
            <a:ext cx="530352" cy="530352"/>
          </a:xfrm>
          <a:prstGeom prst="rect">
            <a:avLst/>
          </a:prstGeom>
        </p:spPr>
      </p:pic>
      <p:pic>
        <p:nvPicPr>
          <p:cNvPr id="37" name="Picture 36" descr="key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22089" y="3611879"/>
            <a:ext cx="530352" cy="53035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8640" y="417880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keys</a:t>
            </a:r>
          </a:p>
        </p:txBody>
      </p:sp>
      <p:pic>
        <p:nvPicPr>
          <p:cNvPr id="39" name="Picture 38" descr="locatio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10036" y="3611879"/>
            <a:ext cx="530352" cy="530352"/>
          </a:xfrm>
          <a:prstGeom prst="rect">
            <a:avLst/>
          </a:prstGeom>
        </p:spPr>
      </p:pic>
      <p:pic>
        <p:nvPicPr>
          <p:cNvPr id="40" name="Picture 39" descr="location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31828" y="3611879"/>
            <a:ext cx="530352" cy="5303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758379" y="417880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location</a:t>
            </a:r>
          </a:p>
        </p:txBody>
      </p:sp>
      <p:pic>
        <p:nvPicPr>
          <p:cNvPr id="42" name="Picture 41" descr="mechanic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19775" y="3611879"/>
            <a:ext cx="530352" cy="530352"/>
          </a:xfrm>
          <a:prstGeom prst="rect">
            <a:avLst/>
          </a:prstGeom>
        </p:spPr>
      </p:pic>
      <p:pic>
        <p:nvPicPr>
          <p:cNvPr id="43" name="Picture 42" descr="mechanic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41567" y="3611879"/>
            <a:ext cx="530352" cy="53035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968118" y="417880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mechanic</a:t>
            </a:r>
          </a:p>
        </p:txBody>
      </p:sp>
      <p:pic>
        <p:nvPicPr>
          <p:cNvPr id="45" name="Picture 44" descr="money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29514" y="3611879"/>
            <a:ext cx="530352" cy="530352"/>
          </a:xfrm>
          <a:prstGeom prst="rect">
            <a:avLst/>
          </a:prstGeom>
        </p:spPr>
      </p:pic>
      <p:pic>
        <p:nvPicPr>
          <p:cNvPr id="46" name="Picture 45" descr="money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51306" y="3611879"/>
            <a:ext cx="530352" cy="53035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177857" y="417880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money</a:t>
            </a:r>
          </a:p>
        </p:txBody>
      </p:sp>
      <p:pic>
        <p:nvPicPr>
          <p:cNvPr id="48" name="Picture 47" descr="peak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939253" y="3611879"/>
            <a:ext cx="530352" cy="530352"/>
          </a:xfrm>
          <a:prstGeom prst="rect">
            <a:avLst/>
          </a:prstGeom>
        </p:spPr>
      </p:pic>
      <p:pic>
        <p:nvPicPr>
          <p:cNvPr id="49" name="Picture 48" descr="pea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61045" y="3611879"/>
            <a:ext cx="530352" cy="53035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387596" y="417880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peak</a:t>
            </a:r>
          </a:p>
        </p:txBody>
      </p:sp>
      <p:pic>
        <p:nvPicPr>
          <p:cNvPr id="51" name="Picture 50" descr="peopl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00297" y="4480559"/>
            <a:ext cx="530352" cy="530352"/>
          </a:xfrm>
          <a:prstGeom prst="rect">
            <a:avLst/>
          </a:prstGeom>
        </p:spPr>
      </p:pic>
      <p:pic>
        <p:nvPicPr>
          <p:cNvPr id="52" name="Picture 51" descr="peopl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722089" y="4480559"/>
            <a:ext cx="530352" cy="53035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48640" y="504748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people</a:t>
            </a:r>
          </a:p>
        </p:txBody>
      </p:sp>
      <p:pic>
        <p:nvPicPr>
          <p:cNvPr id="54" name="Picture 53" descr="presenter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10036" y="4480559"/>
            <a:ext cx="530352" cy="530352"/>
          </a:xfrm>
          <a:prstGeom prst="rect">
            <a:avLst/>
          </a:prstGeom>
        </p:spPr>
      </p:pic>
      <p:pic>
        <p:nvPicPr>
          <p:cNvPr id="55" name="Picture 54" descr="presenter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931828" y="4480559"/>
            <a:ext cx="530352" cy="53035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758379" y="504748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presenter</a:t>
            </a:r>
          </a:p>
        </p:txBody>
      </p:sp>
      <p:pic>
        <p:nvPicPr>
          <p:cNvPr id="57" name="Picture 56" descr="star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519775" y="4480559"/>
            <a:ext cx="530352" cy="530352"/>
          </a:xfrm>
          <a:prstGeom prst="rect">
            <a:avLst/>
          </a:prstGeom>
        </p:spPr>
      </p:pic>
      <p:pic>
        <p:nvPicPr>
          <p:cNvPr id="58" name="Picture 57" descr="star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141567" y="4480559"/>
            <a:ext cx="530352" cy="53035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968118" y="504748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star</a:t>
            </a:r>
          </a:p>
        </p:txBody>
      </p:sp>
      <p:pic>
        <p:nvPicPr>
          <p:cNvPr id="60" name="Picture 59" descr="swoosh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29514" y="4480559"/>
            <a:ext cx="530352" cy="530352"/>
          </a:xfrm>
          <a:prstGeom prst="rect">
            <a:avLst/>
          </a:prstGeom>
        </p:spPr>
      </p:pic>
      <p:pic>
        <p:nvPicPr>
          <p:cNvPr id="61" name="Picture 60" descr="swoosh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351306" y="4480559"/>
            <a:ext cx="530352" cy="53035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77857" y="504748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swoosh</a:t>
            </a:r>
          </a:p>
        </p:txBody>
      </p:sp>
      <p:pic>
        <p:nvPicPr>
          <p:cNvPr id="63" name="Picture 62" descr="target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939253" y="4480559"/>
            <a:ext cx="530352" cy="530352"/>
          </a:xfrm>
          <a:prstGeom prst="rect">
            <a:avLst/>
          </a:prstGeom>
        </p:spPr>
      </p:pic>
      <p:pic>
        <p:nvPicPr>
          <p:cNvPr id="64" name="Picture 63" descr="target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561045" y="4480559"/>
            <a:ext cx="530352" cy="53035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387596" y="504748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target</a:t>
            </a:r>
          </a:p>
        </p:txBody>
      </p:sp>
      <p:pic>
        <p:nvPicPr>
          <p:cNvPr id="66" name="Picture 65" descr="top-performer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00297" y="5349239"/>
            <a:ext cx="530352" cy="530352"/>
          </a:xfrm>
          <a:prstGeom prst="rect">
            <a:avLst/>
          </a:prstGeom>
        </p:spPr>
      </p:pic>
      <p:pic>
        <p:nvPicPr>
          <p:cNvPr id="67" name="Picture 66" descr="top-performer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722089" y="5349239"/>
            <a:ext cx="530352" cy="53035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48640" y="591616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top-performer</a:t>
            </a:r>
          </a:p>
        </p:txBody>
      </p:sp>
      <p:pic>
        <p:nvPicPr>
          <p:cNvPr id="69" name="Picture 68" descr="truck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310036" y="5349239"/>
            <a:ext cx="530352" cy="530352"/>
          </a:xfrm>
          <a:prstGeom prst="rect">
            <a:avLst/>
          </a:prstGeom>
        </p:spPr>
      </p:pic>
      <p:pic>
        <p:nvPicPr>
          <p:cNvPr id="70" name="Picture 69" descr="truck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931828" y="5349239"/>
            <a:ext cx="530352" cy="53035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758379" y="591616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truck</a:t>
            </a:r>
          </a:p>
        </p:txBody>
      </p:sp>
      <p:pic>
        <p:nvPicPr>
          <p:cNvPr id="72" name="Picture 71" descr="user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519775" y="5349239"/>
            <a:ext cx="530352" cy="530352"/>
          </a:xfrm>
          <a:prstGeom prst="rect">
            <a:avLst/>
          </a:prstGeom>
        </p:spPr>
      </p:pic>
      <p:pic>
        <p:nvPicPr>
          <p:cNvPr id="73" name="Picture 72" descr="user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141567" y="5349239"/>
            <a:ext cx="530352" cy="53035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968118" y="591616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user</a:t>
            </a:r>
          </a:p>
        </p:txBody>
      </p:sp>
      <p:pic>
        <p:nvPicPr>
          <p:cNvPr id="75" name="Picture 74" descr="video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729514" y="5349239"/>
            <a:ext cx="530352" cy="530352"/>
          </a:xfrm>
          <a:prstGeom prst="rect">
            <a:avLst/>
          </a:prstGeom>
        </p:spPr>
      </p:pic>
      <p:pic>
        <p:nvPicPr>
          <p:cNvPr id="76" name="Picture 75" descr="video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351306" y="5349239"/>
            <a:ext cx="530352" cy="53035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177857" y="591616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video</a:t>
            </a:r>
          </a:p>
        </p:txBody>
      </p:sp>
      <p:pic>
        <p:nvPicPr>
          <p:cNvPr id="78" name="Picture 77" descr="wrench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939253" y="5349239"/>
            <a:ext cx="530352" cy="530352"/>
          </a:xfrm>
          <a:prstGeom prst="rect">
            <a:avLst/>
          </a:prstGeom>
        </p:spPr>
      </p:pic>
      <p:pic>
        <p:nvPicPr>
          <p:cNvPr id="79" name="Picture 78" descr="wrench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561045" y="5349239"/>
            <a:ext cx="530352" cy="53035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387596" y="5916167"/>
            <a:ext cx="22554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800" b="0">
                <a:solidFill>
                  <a:srgbClr val="53575A"/>
                </a:solidFill>
                <a:latin typeface="Helvetica Neue"/>
              </a:rPr>
              <a:t>wrench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vron-full-color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0597781" y="3383280"/>
            <a:ext cx="2416874" cy="4023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2606040"/>
            <a:ext cx="2194560" cy="635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Helvetica Neue"/>
              </a:rPr>
              <a:t>Now make it yours.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42062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0">
                <a:solidFill>
                  <a:srgbClr val="E7E6E6"/>
                </a:solidFill>
                <a:latin typeface="Helvetica Neue"/>
              </a:rPr>
              <a:t>your-email@peachstatetrucks.com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