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E1251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10.0</c:v>
                </c:pt>
                <c:pt idx="1">
                  <c:v>20.0</c:v>
                </c:pt>
                <c:pt idx="2">
                  <c:v>30.0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A1D1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2E3E4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3575A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alership-cover.jpg"/>
          <p:cNvPicPr>
            <a:picLocks noChangeAspect="1"/>
          </p:cNvPicPr>
          <p:nvPr/>
        </p:nvPicPr>
        <p:blipFill>
          <a:blip r:embed="rId2"/>
          <a:srcRect l="42493" r="42493"/>
          <a:stretch>
            <a:fillRect/>
          </a:stretch>
        </p:blipFill>
        <p:spPr>
          <a:xfrm>
            <a:off x="6613855" y="0"/>
            <a:ext cx="55778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67551" y="0"/>
            <a:ext cx="146304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evron-grayscale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11476645" y="4846320"/>
            <a:ext cx="1538010" cy="2560320"/>
          </a:xfrm>
          <a:prstGeom prst="rect">
            <a:avLst/>
          </a:prstGeom>
        </p:spPr>
      </p:pic>
      <p:pic>
        <p:nvPicPr>
          <p:cNvPr id="6" name="Picture 5" descr="peach-state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731520"/>
            <a:ext cx="2194560" cy="4614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468880"/>
            <a:ext cx="55165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E1251B"/>
                </a:solidFill>
                <a:latin typeface="Helvetica Neue"/>
              </a:rPr>
              <a:t>PEACH STATE TRUCK CENTERS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944368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090672"/>
            <a:ext cx="5516575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000" b="1">
                <a:solidFill>
                  <a:srgbClr val="1A1D1F"/>
                </a:solidFill>
                <a:latin typeface="Helvetica Neue"/>
              </a:rPr>
              <a:t>Click to add your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37760"/>
            <a:ext cx="55165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0">
                <a:solidFill>
                  <a:srgbClr val="53575A"/>
                </a:solidFill>
                <a:latin typeface="Helvetica Neue"/>
              </a:rPr>
              <a:t>Click to add a subtitle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10268207" y="2834640"/>
            <a:ext cx="274644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103120"/>
            <a:ext cx="996696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Helvetica Neue"/>
              </a:rPr>
              <a:t>Build a sharp, on-brand deck in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9377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Helvetica Neue"/>
              </a:rPr>
              <a:t>Pick a slide, type over the placeholders, present.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alership-cover.jpg"/>
          <p:cNvPicPr>
            <a:picLocks noChangeAspect="1"/>
          </p:cNvPicPr>
          <p:nvPr/>
        </p:nvPicPr>
        <p:blipFill>
          <a:blip r:embed="rId2"/>
          <a:srcRect l="33591" r="3359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0" y="0"/>
            <a:ext cx="2377440" cy="6858000"/>
          </a:xfrm>
          <a:prstGeom prst="rect">
            <a:avLst/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0"/>
            <a:ext cx="2194560" cy="68580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4297680"/>
            <a:ext cx="201168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6583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Helvetica Neue"/>
              </a:rPr>
              <a:t>Start with a strong look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486400"/>
            <a:ext cx="6400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E7E6E6"/>
                </a:solidFill>
                <a:latin typeface="Helvetica Neue"/>
              </a:rPr>
              <a:t>Then make it yours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16000"/>
          </a:blip>
          <a:stretch>
            <a:fillRect/>
          </a:stretch>
        </p:blipFill>
        <p:spPr>
          <a:xfrm>
            <a:off x="10048492" y="-548640"/>
            <a:ext cx="2966163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463040"/>
            <a:ext cx="5486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000" b="1">
                <a:solidFill>
                  <a:srgbClr val="EC8B85"/>
                </a:solidFill>
                <a:latin typeface="Helvetica Neue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697480"/>
            <a:ext cx="2194560" cy="6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Blank scaffolds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F4D6D4"/>
                </a:solidFill>
                <a:latin typeface="Helvetica Neue"/>
              </a:rPr>
              <a:t>Drop-in text boxes — 1, 2, 3, 4, or 6 up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One big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10545775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9997135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and type your content here. Use this single open box for a paragraph, a diagram, or a pasted image.</a:t>
            </a:r>
          </a:p>
        </p:txBody>
      </p:sp>
      <p:pic>
        <p:nvPicPr>
          <p:cNvPr id="9" name="Picture 8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Two text boxes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5112867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4564227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2194560"/>
            <a:ext cx="5112867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0187" y="2395728"/>
            <a:ext cx="4564227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1" name="Picture 10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Three across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3301898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2753258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4898" y="2194560"/>
            <a:ext cx="3301898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9218" y="2395728"/>
            <a:ext cx="2753258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6836" y="2194560"/>
            <a:ext cx="3301898" cy="361188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395728"/>
            <a:ext cx="2753258" cy="32095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3" name="Picture 12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Four boxes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219456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0187" y="239572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6168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5867" y="4160520"/>
            <a:ext cx="5112867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0187" y="4361688"/>
            <a:ext cx="4564227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5" name="Picture 14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Six boxes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9456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9572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44898" y="219456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9218" y="239572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6836" y="219456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1156" y="239572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6052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36168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4898" y="416052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19218" y="436168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6836" y="4160520"/>
            <a:ext cx="3301898" cy="1645920"/>
          </a:xfrm>
          <a:prstGeom prst="roundRect">
            <a:avLst>
              <a:gd name="adj" fmla="val 3000"/>
            </a:avLst>
          </a:prstGeom>
          <a:solidFill>
            <a:srgbClr val="F4F5F6">
              <a:alpha val="45000"/>
            </a:srgbClr>
          </a:solidFill>
          <a:ln w="15875">
            <a:solidFill>
              <a:srgbClr val="535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1156" y="4361688"/>
            <a:ext cx="275325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53575A"/>
                </a:solidFill>
                <a:latin typeface="Helvetica Neue"/>
              </a:rPr>
              <a:t>Click to add text</a:t>
            </a:r>
          </a:p>
        </p:txBody>
      </p:sp>
      <p:pic>
        <p:nvPicPr>
          <p:cNvPr id="19" name="Picture 18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17375" y="0"/>
            <a:ext cx="27432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1037213" y="4114800"/>
            <a:ext cx="1977442" cy="32918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Wide-open canvas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554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>
                <a:solidFill>
                  <a:srgbClr val="53575A"/>
                </a:solidFill>
                <a:latin typeface="Helvetica Neue"/>
              </a:rPr>
              <a:t>No boxes — build anything you like.</a:t>
            </a:r>
          </a:p>
        </p:txBody>
      </p:sp>
      <p:pic>
        <p:nvPicPr>
          <p:cNvPr id="8" name="Picture 7" descr="peach-stat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89320"/>
            <a:ext cx="1554480" cy="32685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22000"/>
          </a:blip>
          <a:stretch>
            <a:fillRect/>
          </a:stretch>
        </p:blipFill>
        <p:spPr>
          <a:xfrm>
            <a:off x="10487923" y="3200400"/>
            <a:ext cx="252673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463040"/>
            <a:ext cx="5486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000" b="1">
                <a:solidFill>
                  <a:srgbClr val="F4F5F6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697480"/>
            <a:ext cx="219456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1A1D1F"/>
                </a:solidFill>
                <a:latin typeface="Helvetica Neue"/>
              </a:rPr>
              <a:t>Content layouts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53575A"/>
                </a:solidFill>
                <a:latin typeface="Helvetica Neue"/>
              </a:rPr>
              <a:t>Headers, bullets, and columns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Click to add a 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10424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and type your paragraph here.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Add as many paragraphs as you need — or delete this slide and start fresh.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14400"/>
            <a:ext cx="10424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a single, clean statement or paragraph centered on the slide.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Click to add a header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30428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your first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08152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97180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your second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85876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374904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Click to add your third point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636008"/>
            <a:ext cx="164592" cy="164592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5262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1A1D1F"/>
                </a:solidFill>
                <a:latin typeface="Helvetica Neue"/>
              </a:rPr>
              <a:t>Add or remove lines as needed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Two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090007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44499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4449927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supporting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377440"/>
            <a:ext cx="5090007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7" y="26974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8767" y="3794760"/>
            <a:ext cx="44499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4389120"/>
            <a:ext cx="4449927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supporting text.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Three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263133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263133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0138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178" y="26974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0178" y="3794760"/>
            <a:ext cx="263133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0178" y="4389120"/>
            <a:ext cx="263133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356" y="2697480"/>
            <a:ext cx="1005840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17356" y="3794760"/>
            <a:ext cx="263133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4389120"/>
            <a:ext cx="2631338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Three columns, no headings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r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263133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0138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178" y="269748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0178" y="3794760"/>
            <a:ext cx="263133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377440"/>
            <a:ext cx="3271418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356" y="2697480"/>
            <a:ext cx="100584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17356" y="3794760"/>
            <a:ext cx="2631338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text.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Four columns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69748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50843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883" y="26974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70883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0883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2697480"/>
            <a:ext cx="1005840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98767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8767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611" y="2377440"/>
            <a:ext cx="2362123" cy="393192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651" y="2697480"/>
            <a:ext cx="1005840" cy="1005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26651" y="3794760"/>
            <a:ext cx="172204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Heading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651" y="4389120"/>
            <a:ext cx="1722043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Add text.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Steps / process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457200" cy="457200"/>
          </a:xfrm>
          <a:prstGeom prst="ellipse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48840"/>
            <a:ext cx="990569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Step one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detail.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200400"/>
            <a:ext cx="457200" cy="457200"/>
          </a:xfrm>
          <a:prstGeom prst="ellipse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54680"/>
            <a:ext cx="990569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Step two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detail.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206240"/>
            <a:ext cx="457200" cy="457200"/>
          </a:xfrm>
          <a:prstGeom prst="ellipse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160520"/>
            <a:ext cx="990569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A1D1F"/>
                </a:solidFill>
                <a:latin typeface="Helvetica Neue"/>
              </a:rPr>
              <a:t>Step three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53575A"/>
                </a:solidFill>
                <a:latin typeface="Helvetica Neue"/>
              </a:rPr>
              <a:t>Click to add detail.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grayscale.png"/>
          <p:cNvPicPr>
            <a:picLocks noChangeAspect="1"/>
          </p:cNvPicPr>
          <p:nvPr/>
        </p:nvPicPr>
        <p:blipFill>
          <a:blip r:embed="rId2">
            <a:alphaModFix amt="16000"/>
          </a:blip>
          <a:stretch>
            <a:fillRect/>
          </a:stretch>
        </p:blipFill>
        <p:spPr>
          <a:xfrm>
            <a:off x="10048492" y="-548640"/>
            <a:ext cx="2966163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463040"/>
            <a:ext cx="5486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8000" b="1">
                <a:solidFill>
                  <a:srgbClr val="EC8B8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697480"/>
            <a:ext cx="2194560" cy="6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Data &amp; visuals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F4D6D4"/>
                </a:solidFill>
                <a:latin typeface="Helvetica Neue"/>
              </a:rPr>
              <a:t>Numbers, charts, schedules, and photos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Key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3271418" cy="274320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8992" y="2761488"/>
            <a:ext cx="91440" cy="2157984"/>
          </a:xfrm>
          <a:prstGeom prst="roundRect">
            <a:avLst>
              <a:gd name="adj" fmla="val 50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2834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25880" y="3611880"/>
            <a:ext cx="249417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E1251B"/>
                </a:solidFill>
                <a:latin typeface="Helvetica Neue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407408"/>
            <a:ext cx="24941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D1F"/>
                </a:solidFill>
                <a:latin typeface="Helvetica Neue"/>
              </a:rPr>
              <a:t>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4773168"/>
            <a:ext cx="249417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3575A"/>
                </a:solidFill>
                <a:latin typeface="Helvetica Neue"/>
              </a:rPr>
              <a:t>caption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0138" y="2468880"/>
            <a:ext cx="3271418" cy="274320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16170" y="2761488"/>
            <a:ext cx="91440" cy="2157984"/>
          </a:xfrm>
          <a:prstGeom prst="roundRect">
            <a:avLst>
              <a:gd name="adj" fmla="val 50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058" y="2834640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63058" y="3611880"/>
            <a:ext cx="249417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E1251B"/>
                </a:solidFill>
                <a:latin typeface="Helvetica Neue"/>
              </a:rPr>
              <a:t>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63058" y="4407408"/>
            <a:ext cx="24941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D1F"/>
                </a:solidFill>
                <a:latin typeface="Helvetica Neue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3058" y="4773168"/>
            <a:ext cx="249417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3575A"/>
                </a:solidFill>
                <a:latin typeface="Helvetica Neue"/>
              </a:rPr>
              <a:t>caption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7316" y="2468880"/>
            <a:ext cx="3271418" cy="2743200"/>
          </a:xfrm>
          <a:prstGeom prst="roundRect">
            <a:avLst>
              <a:gd name="adj" fmla="val 4500"/>
            </a:avLst>
          </a:prstGeom>
          <a:solidFill>
            <a:srgbClr val="F4F5F6"/>
          </a:solidFill>
          <a:ln>
            <a:noFill/>
          </a:ln>
          <a:effectLst>
            <a:outerShdw blurRad="90000" dist="38100" dir="5400000" rotWithShape="0">
              <a:srgbClr val="1A1D1F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53348" y="2761488"/>
            <a:ext cx="91440" cy="2157984"/>
          </a:xfrm>
          <a:prstGeom prst="roundRect">
            <a:avLst>
              <a:gd name="adj" fmla="val 50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on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0236" y="2834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00236" y="3611880"/>
            <a:ext cx="2494178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E1251B"/>
                </a:solidFill>
                <a:latin typeface="Helvetica Neue"/>
              </a:rPr>
              <a:t>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00236" y="4407408"/>
            <a:ext cx="249417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D1F"/>
                </a:solidFill>
                <a:latin typeface="Helvetica Neue"/>
              </a:rPr>
              <a:t>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0236" y="4773168"/>
            <a:ext cx="249417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3575A"/>
                </a:solidFill>
                <a:latin typeface="Helvetica Neue"/>
              </a:rPr>
              <a:t>caption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Click to add a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03120"/>
          <a:ext cx="105156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713232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1A1D1F"/>
                </a:solidFill>
                <a:latin typeface="Helvetica Neue"/>
              </a:rPr>
              <a:t>Schedule /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SUN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4546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MON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9012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TUE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3478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WED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7944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THU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2410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FRI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86876" y="2057400"/>
            <a:ext cx="146473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53575A"/>
                </a:solidFill>
                <a:latin typeface="Helvetica Neue"/>
              </a:rPr>
              <a:t>SAT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14546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4274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89012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98740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63478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73206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37944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7672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2410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138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86876" y="2441448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6604" y="2496312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14546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24274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89012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8740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63478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73206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73206" y="3745382"/>
            <a:ext cx="1245282" cy="352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Helvetica Neue"/>
              </a:rPr>
              <a:t>Add event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37944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7672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12410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22138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086876" y="3361334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6604" y="3416198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14546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4274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89012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98740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363478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73206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17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37944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7672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7672" y="4665268"/>
            <a:ext cx="1245282" cy="35295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Helvetica Neue"/>
              </a:rPr>
              <a:t>Add event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12410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2138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19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86876" y="4281220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6604" y="4336084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8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14546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24274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89012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8740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363478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73206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37944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47672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12410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2138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086876" y="5201107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96604" y="5255971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27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" y="6120993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6175857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28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14546" y="6120993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24274" y="6175857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29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789012" y="6120993"/>
            <a:ext cx="1464738" cy="810158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898740" y="6175857"/>
            <a:ext cx="124528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A1D1F"/>
                </a:solidFill>
                <a:latin typeface="Helvetica Neue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alership-cover.jpg"/>
          <p:cNvPicPr>
            <a:picLocks noChangeAspect="1"/>
          </p:cNvPicPr>
          <p:nvPr/>
        </p:nvPicPr>
        <p:blipFill>
          <a:blip r:embed="rId2"/>
          <a:srcRect l="41796" r="41796"/>
          <a:stretch>
            <a:fillRect/>
          </a:stretch>
        </p:blipFill>
        <p:spPr>
          <a:xfrm>
            <a:off x="6095847" y="0"/>
            <a:ext cx="6095847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1371600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81447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1A1D1F"/>
                </a:solidFill>
                <a:latin typeface="Helvetica Neue"/>
              </a:rPr>
              <a:t>Image +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614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6517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Swap this photo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4472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375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Click to add a point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2120" y="452120"/>
            <a:ext cx="5191607" cy="5953760"/>
          </a:xfrm>
          <a:prstGeom prst="roundRect">
            <a:avLst>
              <a:gd name="adj" fmla="val 4000"/>
            </a:avLst>
          </a:prstGeom>
          <a:solidFill>
            <a:srgbClr val="E1251B"/>
          </a:solidFill>
          <a:ln>
            <a:noFill/>
          </a:ln>
          <a:effectLst>
            <a:outerShdw blurRad="90000" dist="38100" dir="5400000" rotWithShape="0">
              <a:srgbClr val="1A1D1F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alership-cover.jpg"/>
          <p:cNvPicPr>
            <a:picLocks noChangeAspect="1"/>
          </p:cNvPicPr>
          <p:nvPr/>
        </p:nvPicPr>
        <p:blipFill>
          <a:blip r:embed="rId2"/>
          <a:srcRect l="41972" r="41972"/>
          <a:stretch>
            <a:fillRect/>
          </a:stretch>
        </p:blipFill>
        <p:spPr>
          <a:xfrm>
            <a:off x="502920" y="502920"/>
            <a:ext cx="5090007" cy="5852160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ectangle 4"/>
          <p:cNvSpPr/>
          <p:nvPr/>
        </p:nvSpPr>
        <p:spPr>
          <a:xfrm>
            <a:off x="6690207" y="1371600"/>
            <a:ext cx="164592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44487" y="1554480"/>
            <a:ext cx="5181447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1A1D1F"/>
                </a:solidFill>
                <a:latin typeface="Helvetica Neue"/>
              </a:rPr>
              <a:t>Framed image +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690207" y="27614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0247" y="26517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Swap this photo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690207" y="3447288"/>
            <a:ext cx="146304" cy="146304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10247" y="3337560"/>
            <a:ext cx="4907127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700" b="0">
                <a:solidFill>
                  <a:srgbClr val="1A1D1F"/>
                </a:solidFill>
                <a:latin typeface="Helvetica Neue"/>
              </a:rPr>
              <a:t>Click to add a point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vron-full-color.png"/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10597781" y="3383280"/>
            <a:ext cx="2416874" cy="40233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97280" y="2606040"/>
            <a:ext cx="2194560" cy="63500"/>
          </a:xfrm>
          <a:prstGeom prst="rect">
            <a:avLst/>
          </a:prstGeom>
          <a:solidFill>
            <a:srgbClr val="E1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7889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Helvetica Neue"/>
              </a:rPr>
              <a:t>Now make it yours.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420624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200" b="0">
                <a:solidFill>
                  <a:srgbClr val="E7E6E6"/>
                </a:solidFill>
                <a:latin typeface="Helvetica Neue"/>
              </a:rPr>
              <a:t>your-email@peachstatetrucks.com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